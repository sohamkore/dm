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COURSE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Blogging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by doing: set up, write, promote and monetise a blog using free tools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840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Soham Kore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Disha Computer Institute, Dehugaon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828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Blogging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LIVE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niche you can write 20 posts on (food, tech, travel, local business)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blog platforms: Blogger vs WordPress.com vs Medium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free Blogger blog in under 5 minutes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"Hello World" post and open it on your phone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051560"/>
            <a:ext cx="3840480" cy="2697480"/>
          </a:xfrm>
          <a:prstGeom prst="rect">
            <a:avLst/>
          </a:prstGeom>
          <a:solidFill>
            <a:srgbClr val="F6F7FB"/>
          </a:solidFill>
          <a:ln w="15875">
            <a:solidFill>
              <a:srgbClr val="B8BED0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4983480" y="118872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3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Blogger: Create New Blog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title, URL and theme screen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TOOLS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Blogger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146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WordPress.com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294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Trends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828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Blogging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LIVE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at WordPress.com and choose a free theme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→ Posts → Add New: write title and body in the block editor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H2 headings, an image, a category and tags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featured image, then Publish and view the live post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About and Contact pages, set up the menu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051560"/>
            <a:ext cx="3840480" cy="2697480"/>
          </a:xfrm>
          <a:prstGeom prst="rect">
            <a:avLst/>
          </a:prstGeom>
          <a:solidFill>
            <a:srgbClr val="F6F7FB"/>
          </a:solidFill>
          <a:ln w="15875">
            <a:solidFill>
              <a:srgbClr val="B8BED0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4983480" y="118872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3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Block Editor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 post with heading, image and the Publish button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TOOLS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WordPress.com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146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LocalWP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294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Unsplash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828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for Successful Blog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LIVE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topics: compare 3 keywords in Google Trends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headline, then test it in a headline analyzer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draft in Hemingway Editor, aim for Grade 8 or lower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featured image in Canva (1200x630 px)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4 weeks of posts in a Google Sheets content calendar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051560"/>
            <a:ext cx="3840480" cy="2697480"/>
          </a:xfrm>
          <a:prstGeom prst="rect">
            <a:avLst/>
          </a:prstGeom>
          <a:solidFill>
            <a:srgbClr val="F6F7FB"/>
          </a:solidFill>
          <a:ln w="15875">
            <a:solidFill>
              <a:srgbClr val="B8BED0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4983480" y="118872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3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Trends comparison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3 keywords side by side over 12 months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TOOLS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Trends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146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Hemingway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294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828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Marketing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LIVE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post on WhatsApp, LinkedIn and Facebook with a Canva graphic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Yoast SEO and fix the red/orange checks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email signup form with Mailchimp or MailerLite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blog in Google Search Console to get indexed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Google Analytics 4 and read the Traffic report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051560"/>
            <a:ext cx="3840480" cy="2697480"/>
          </a:xfrm>
          <a:prstGeom prst="rect">
            <a:avLst/>
          </a:prstGeom>
          <a:solidFill>
            <a:srgbClr val="F6F7FB"/>
          </a:solidFill>
          <a:ln w="15875">
            <a:solidFill>
              <a:srgbClr val="B8BED0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4983480" y="118872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3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 4 report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users by source: Organic, Social, Direct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TOOLS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Yoast SEO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146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Mailchimp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Console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294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828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Make Money From Blog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LIVE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Amazon Associates or an Indian affiliate network and generate a product link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the link in a "Top 5 tools" review post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Google AdSense once you have 15-20 quality posts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free digital product (checklist PDF) on Gumroad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services: freelance writing, SEO, social media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051560"/>
            <a:ext cx="3840480" cy="2697480"/>
          </a:xfrm>
          <a:prstGeom prst="rect">
            <a:avLst/>
          </a:prstGeom>
          <a:solidFill>
            <a:srgbClr val="F6F7FB"/>
          </a:solidFill>
          <a:ln w="15875">
            <a:solidFill>
              <a:srgbClr val="B8BED0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4983480" y="118872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3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link generator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link-building toolbar with a product link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TOOLS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AdSense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146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Associates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Gumroad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29400" y="4297680"/>
            <a:ext cx="1947672" cy="502920"/>
          </a:xfrm>
          <a:prstGeom prst="roundRect">
            <a:avLst>
              <a:gd name="adj" fmla="val 18182"/>
            </a:avLst>
          </a:prstGeom>
          <a:solidFill>
            <a:srgbClr val="F6F7FB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42976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5: Blogging</dc:title>
  <dc:subject>PptxGenJS Presentation</dc:subject>
  <dc:creator>Soham Kore</dc:creator>
  <cp:lastModifiedBy>Soham Kore</cp:lastModifiedBy>
  <cp:revision>1</cp:revision>
  <dcterms:created xsi:type="dcterms:W3CDTF">2026-10-07T06:49:38Z</dcterms:created>
  <dcterms:modified xsi:type="dcterms:W3CDTF">2026-10-07T06:49:38Z</dcterms:modified>
</cp:coreProperties>
</file>