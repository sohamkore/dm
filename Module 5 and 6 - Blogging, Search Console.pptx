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8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3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COURSE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Blogging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doing: set up, write, promote and monetise a blog using free tools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Soham Kore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Computer Institute, Dehugaon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Blogging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niche you can write 20 posts on (food, tech, travel, local business)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blog platforms: Blogger vs WordPress.com vs Medium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Blogger blog in under 5 minutes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"Hello World" post and open it on your phone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211537-B65E-E621-B2E3-4FF8EFB83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265" y="1038052"/>
            <a:ext cx="3441469" cy="2939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Blogging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WordPress.com and choose a free theme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Posts → Add New: write title and body in the block editor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H2 headings, an image, a category and tags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featured image, then Publish and view the live post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About and Contact pages, set up the menu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LocalWP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715833-0298-6C8B-00BB-BC66A1DEB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444" y="1656311"/>
            <a:ext cx="3780628" cy="1808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E947B51-5F00-DDF0-949A-AFDD0191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10"/>
          <a:stretch>
            <a:fillRect/>
          </a:stretch>
        </p:blipFill>
        <p:spPr>
          <a:xfrm>
            <a:off x="5029202" y="1051560"/>
            <a:ext cx="3361658" cy="398245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Successful Blog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topics: compare 3 keywords in Google Trends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headline, then test it in a headline analyzer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draft in Hemingway Editor, aim for Grade 8 or lower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featured image in Canva (1200x630 px)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4 weeks of posts in a Google Sheets content calendar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Hemingway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Marketing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post on WhatsApp, LinkedIn and Facebook with a Canva graphic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Yoast SEO and fix the red/orange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email signup form with Mailchimp or MailerLite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blog in Google Search Console to get indexed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Google Analytics 4 and read the Traffic report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Yoast SEO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4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DA6898-C71E-CB05-8D9B-6F9E4A6A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9470"/>
            <a:ext cx="4468078" cy="2579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Money From Blog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Amazon Associates or an Indian affiliate network and generate a product link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link in a "Top 5 tools" review post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Google AdSense once you have 15-20 quality posts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digital product (checklist PDF) on Gumroad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services: freelance writing, SEO, social media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Associates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63EC44-414B-812D-A20E-E8912487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45" y="1185110"/>
            <a:ext cx="4197546" cy="24303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389</Words>
  <Application>Microsoft Office PowerPoint</Application>
  <PresentationFormat>On-screen Show (16:9)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Blogging</dc:title>
  <dc:subject>PptxGenJS Presentation</dc:subject>
  <dc:creator>Soham Kore</dc:creator>
  <cp:lastModifiedBy>SXHAM</cp:lastModifiedBy>
  <cp:revision>2</cp:revision>
  <dcterms:created xsi:type="dcterms:W3CDTF">2026-10-07T06:49:38Z</dcterms:created>
  <dcterms:modified xsi:type="dcterms:W3CDTF">2026-10-07T07:01:11Z</dcterms:modified>
</cp:coreProperties>
</file>